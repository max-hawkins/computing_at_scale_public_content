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1" r:id="rId5"/>
    <p:sldId id="259" r:id="rId6"/>
    <p:sldId id="262" r:id="rId7"/>
    <p:sldId id="264" r:id="rId8"/>
    <p:sldId id="257" r:id="rId9"/>
    <p:sldId id="263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C8B949-CD8F-4FF6-964C-690320CC872D}" v="729" dt="2025-10-14T14:20:38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5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wkins, Max" userId="S::mhawkins60@gatech.edu::79e73cf9-37da-4c7b-b2b1-6f5e0664dc54" providerId="AD" clId="Web-{0EC8B949-CD8F-4FF6-964C-690320CC872D}"/>
    <pc:docChg chg="addSld modSld sldOrd">
      <pc:chgData name="Hawkins, Max" userId="S::mhawkins60@gatech.edu::79e73cf9-37da-4c7b-b2b1-6f5e0664dc54" providerId="AD" clId="Web-{0EC8B949-CD8F-4FF6-964C-690320CC872D}" dt="2025-10-14T14:21:40.350" v="707"/>
      <pc:docMkLst>
        <pc:docMk/>
      </pc:docMkLst>
      <pc:sldChg chg="addSp modSp mod setBg">
        <pc:chgData name="Hawkins, Max" userId="S::mhawkins60@gatech.edu::79e73cf9-37da-4c7b-b2b1-6f5e0664dc54" providerId="AD" clId="Web-{0EC8B949-CD8F-4FF6-964C-690320CC872D}" dt="2025-10-14T14:20:00.036" v="678"/>
        <pc:sldMkLst>
          <pc:docMk/>
          <pc:sldMk cId="109857222" sldId="256"/>
        </pc:sldMkLst>
        <pc:spChg chg="mod">
          <ac:chgData name="Hawkins, Max" userId="S::mhawkins60@gatech.edu::79e73cf9-37da-4c7b-b2b1-6f5e0664dc54" providerId="AD" clId="Web-{0EC8B949-CD8F-4FF6-964C-690320CC872D}" dt="2025-10-14T14:20:00.036" v="678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awkins, Max" userId="S::mhawkins60@gatech.edu::79e73cf9-37da-4c7b-b2b1-6f5e0664dc54" providerId="AD" clId="Web-{0EC8B949-CD8F-4FF6-964C-690320CC872D}" dt="2025-10-14T14:20:00.036" v="678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Hawkins, Max" userId="S::mhawkins60@gatech.edu::79e73cf9-37da-4c7b-b2b1-6f5e0664dc54" providerId="AD" clId="Web-{0EC8B949-CD8F-4FF6-964C-690320CC872D}" dt="2025-10-14T14:20:00.036" v="678"/>
          <ac:spMkLst>
            <pc:docMk/>
            <pc:sldMk cId="109857222" sldId="256"/>
            <ac:spMk id="8" creationId="{1A3C89F8-0D2F-47FF-B903-151248265F47}"/>
          </ac:spMkLst>
        </pc:spChg>
        <pc:spChg chg="add">
          <ac:chgData name="Hawkins, Max" userId="S::mhawkins60@gatech.edu::79e73cf9-37da-4c7b-b2b1-6f5e0664dc54" providerId="AD" clId="Web-{0EC8B949-CD8F-4FF6-964C-690320CC872D}" dt="2025-10-14T14:20:00.036" v="678"/>
          <ac:spMkLst>
            <pc:docMk/>
            <pc:sldMk cId="109857222" sldId="256"/>
            <ac:spMk id="10" creationId="{C5CB530E-515E-412C-9DF1-5F8FFBD6F383}"/>
          </ac:spMkLst>
        </pc:spChg>
        <pc:spChg chg="add">
          <ac:chgData name="Hawkins, Max" userId="S::mhawkins60@gatech.edu::79e73cf9-37da-4c7b-b2b1-6f5e0664dc54" providerId="AD" clId="Web-{0EC8B949-CD8F-4FF6-964C-690320CC872D}" dt="2025-10-14T14:20:00.036" v="678"/>
          <ac:spMkLst>
            <pc:docMk/>
            <pc:sldMk cId="109857222" sldId="256"/>
            <ac:spMk id="12" creationId="{712D4376-A578-4FF1-94FC-245E7A6A489F}"/>
          </ac:spMkLst>
        </pc:spChg>
        <pc:spChg chg="add">
          <ac:chgData name="Hawkins, Max" userId="S::mhawkins60@gatech.edu::79e73cf9-37da-4c7b-b2b1-6f5e0664dc54" providerId="AD" clId="Web-{0EC8B949-CD8F-4FF6-964C-690320CC872D}" dt="2025-10-14T14:20:00.036" v="678"/>
          <ac:spMkLst>
            <pc:docMk/>
            <pc:sldMk cId="109857222" sldId="256"/>
            <ac:spMk id="14" creationId="{AEA7509D-F04F-40CB-A0B3-EEF16499CC9F}"/>
          </ac:spMkLst>
        </pc:spChg>
        <pc:spChg chg="add">
          <ac:chgData name="Hawkins, Max" userId="S::mhawkins60@gatech.edu::79e73cf9-37da-4c7b-b2b1-6f5e0664dc54" providerId="AD" clId="Web-{0EC8B949-CD8F-4FF6-964C-690320CC872D}" dt="2025-10-14T14:20:00.036" v="678"/>
          <ac:spMkLst>
            <pc:docMk/>
            <pc:sldMk cId="109857222" sldId="256"/>
            <ac:spMk id="18" creationId="{508BEF50-7B1E-49A4-BC19-5F4F1D755E64}"/>
          </ac:spMkLst>
        </pc:spChg>
        <pc:spChg chg="add">
          <ac:chgData name="Hawkins, Max" userId="S::mhawkins60@gatech.edu::79e73cf9-37da-4c7b-b2b1-6f5e0664dc54" providerId="AD" clId="Web-{0EC8B949-CD8F-4FF6-964C-690320CC872D}" dt="2025-10-14T14:20:00.036" v="678"/>
          <ac:spMkLst>
            <pc:docMk/>
            <pc:sldMk cId="109857222" sldId="256"/>
            <ac:spMk id="20" creationId="{3FBAD350-5664-4811-A208-657FB882D350}"/>
          </ac:spMkLst>
        </pc:spChg>
        <pc:spChg chg="add">
          <ac:chgData name="Hawkins, Max" userId="S::mhawkins60@gatech.edu::79e73cf9-37da-4c7b-b2b1-6f5e0664dc54" providerId="AD" clId="Web-{0EC8B949-CD8F-4FF6-964C-690320CC872D}" dt="2025-10-14T14:20:00.036" v="678"/>
          <ac:spMkLst>
            <pc:docMk/>
            <pc:sldMk cId="109857222" sldId="256"/>
            <ac:spMk id="22" creationId="{C39ADB8F-D187-49D7-BDCF-C1B6DC727068}"/>
          </ac:spMkLst>
        </pc:spChg>
        <pc:cxnChg chg="add">
          <ac:chgData name="Hawkins, Max" userId="S::mhawkins60@gatech.edu::79e73cf9-37da-4c7b-b2b1-6f5e0664dc54" providerId="AD" clId="Web-{0EC8B949-CD8F-4FF6-964C-690320CC872D}" dt="2025-10-14T14:20:00.036" v="678"/>
          <ac:cxnSpMkLst>
            <pc:docMk/>
            <pc:sldMk cId="109857222" sldId="256"/>
            <ac:cxnSpMk id="16" creationId="{56020367-4FD5-4596-8E10-C5F095CD8DBF}"/>
          </ac:cxnSpMkLst>
        </pc:cxnChg>
      </pc:sldChg>
      <pc:sldChg chg="addSp delSp modSp new">
        <pc:chgData name="Hawkins, Max" userId="S::mhawkins60@gatech.edu::79e73cf9-37da-4c7b-b2b1-6f5e0664dc54" providerId="AD" clId="Web-{0EC8B949-CD8F-4FF6-964C-690320CC872D}" dt="2025-10-14T13:55:37.245" v="72" actId="1076"/>
        <pc:sldMkLst>
          <pc:docMk/>
          <pc:sldMk cId="2418041168" sldId="257"/>
        </pc:sldMkLst>
        <pc:spChg chg="mod">
          <ac:chgData name="Hawkins, Max" userId="S::mhawkins60@gatech.edu::79e73cf9-37da-4c7b-b2b1-6f5e0664dc54" providerId="AD" clId="Web-{0EC8B949-CD8F-4FF6-964C-690320CC872D}" dt="2025-10-14T13:55:23.807" v="68" actId="20577"/>
          <ac:spMkLst>
            <pc:docMk/>
            <pc:sldMk cId="2418041168" sldId="257"/>
            <ac:spMk id="2" creationId="{439577FB-7E1E-6439-9427-25F84DD6B3DF}"/>
          </ac:spMkLst>
        </pc:spChg>
        <pc:spChg chg="del">
          <ac:chgData name="Hawkins, Max" userId="S::mhawkins60@gatech.edu::79e73cf9-37da-4c7b-b2b1-6f5e0664dc54" providerId="AD" clId="Web-{0EC8B949-CD8F-4FF6-964C-690320CC872D}" dt="2025-10-14T13:50:27.504" v="19"/>
          <ac:spMkLst>
            <pc:docMk/>
            <pc:sldMk cId="2418041168" sldId="257"/>
            <ac:spMk id="3" creationId="{266B46F6-2795-21B8-5B11-F9F04B10FA8A}"/>
          </ac:spMkLst>
        </pc:spChg>
        <pc:spChg chg="add mod">
          <ac:chgData name="Hawkins, Max" userId="S::mhawkins60@gatech.edu::79e73cf9-37da-4c7b-b2b1-6f5e0664dc54" providerId="AD" clId="Web-{0EC8B949-CD8F-4FF6-964C-690320CC872D}" dt="2025-10-14T13:55:03.258" v="52" actId="1076"/>
          <ac:spMkLst>
            <pc:docMk/>
            <pc:sldMk cId="2418041168" sldId="257"/>
            <ac:spMk id="6" creationId="{BB5B7219-1E9C-469B-7698-A71226E14500}"/>
          </ac:spMkLst>
        </pc:spChg>
        <pc:picChg chg="add mod ord">
          <ac:chgData name="Hawkins, Max" userId="S::mhawkins60@gatech.edu::79e73cf9-37da-4c7b-b2b1-6f5e0664dc54" providerId="AD" clId="Web-{0EC8B949-CD8F-4FF6-964C-690320CC872D}" dt="2025-10-14T13:55:37.245" v="72" actId="1076"/>
          <ac:picMkLst>
            <pc:docMk/>
            <pc:sldMk cId="2418041168" sldId="257"/>
            <ac:picMk id="4" creationId="{0EAC558F-C918-A1CA-7CD3-A501B5805CE3}"/>
          </ac:picMkLst>
        </pc:picChg>
      </pc:sldChg>
      <pc:sldChg chg="modSp new">
        <pc:chgData name="Hawkins, Max" userId="S::mhawkins60@gatech.edu::79e73cf9-37da-4c7b-b2b1-6f5e0664dc54" providerId="AD" clId="Web-{0EC8B949-CD8F-4FF6-964C-690320CC872D}" dt="2025-10-14T14:08:55.796" v="499" actId="20577"/>
        <pc:sldMkLst>
          <pc:docMk/>
          <pc:sldMk cId="511573540" sldId="258"/>
        </pc:sldMkLst>
        <pc:spChg chg="mod">
          <ac:chgData name="Hawkins, Max" userId="S::mhawkins60@gatech.edu::79e73cf9-37da-4c7b-b2b1-6f5e0664dc54" providerId="AD" clId="Web-{0EC8B949-CD8F-4FF6-964C-690320CC872D}" dt="2025-10-14T13:57:08.234" v="112" actId="20577"/>
          <ac:spMkLst>
            <pc:docMk/>
            <pc:sldMk cId="511573540" sldId="258"/>
            <ac:spMk id="2" creationId="{12A8611C-D08E-B335-0E5F-5E96E096642B}"/>
          </ac:spMkLst>
        </pc:spChg>
        <pc:spChg chg="mod">
          <ac:chgData name="Hawkins, Max" userId="S::mhawkins60@gatech.edu::79e73cf9-37da-4c7b-b2b1-6f5e0664dc54" providerId="AD" clId="Web-{0EC8B949-CD8F-4FF6-964C-690320CC872D}" dt="2025-10-14T14:08:55.796" v="499" actId="20577"/>
          <ac:spMkLst>
            <pc:docMk/>
            <pc:sldMk cId="511573540" sldId="258"/>
            <ac:spMk id="3" creationId="{2400913F-0F92-16D5-5589-41A76512565C}"/>
          </ac:spMkLst>
        </pc:spChg>
      </pc:sldChg>
      <pc:sldChg chg="addSp delSp modSp new">
        <pc:chgData name="Hawkins, Max" userId="S::mhawkins60@gatech.edu::79e73cf9-37da-4c7b-b2b1-6f5e0664dc54" providerId="AD" clId="Web-{0EC8B949-CD8F-4FF6-964C-690320CC872D}" dt="2025-10-14T14:02:36.135" v="314"/>
        <pc:sldMkLst>
          <pc:docMk/>
          <pc:sldMk cId="1350919035" sldId="259"/>
        </pc:sldMkLst>
        <pc:spChg chg="del">
          <ac:chgData name="Hawkins, Max" userId="S::mhawkins60@gatech.edu::79e73cf9-37da-4c7b-b2b1-6f5e0664dc54" providerId="AD" clId="Web-{0EC8B949-CD8F-4FF6-964C-690320CC872D}" dt="2025-10-14T14:02:36.135" v="314"/>
          <ac:spMkLst>
            <pc:docMk/>
            <pc:sldMk cId="1350919035" sldId="259"/>
            <ac:spMk id="2" creationId="{6576DB1C-DA73-1FB2-9210-559E7933CE9F}"/>
          </ac:spMkLst>
        </pc:spChg>
        <pc:spChg chg="del">
          <ac:chgData name="Hawkins, Max" userId="S::mhawkins60@gatech.edu::79e73cf9-37da-4c7b-b2b1-6f5e0664dc54" providerId="AD" clId="Web-{0EC8B949-CD8F-4FF6-964C-690320CC872D}" dt="2025-10-14T14:01:53.524" v="307"/>
          <ac:spMkLst>
            <pc:docMk/>
            <pc:sldMk cId="1350919035" sldId="259"/>
            <ac:spMk id="3" creationId="{34EA35C7-82E9-4C2D-B10E-E884A5FBF2B0}"/>
          </ac:spMkLst>
        </pc:spChg>
        <pc:spChg chg="add del">
          <ac:chgData name="Hawkins, Max" userId="S::mhawkins60@gatech.edu::79e73cf9-37da-4c7b-b2b1-6f5e0664dc54" providerId="AD" clId="Web-{0EC8B949-CD8F-4FF6-964C-690320CC872D}" dt="2025-10-14T14:02:15.041" v="311"/>
          <ac:spMkLst>
            <pc:docMk/>
            <pc:sldMk cId="1350919035" sldId="259"/>
            <ac:spMk id="6" creationId="{91865321-5163-7B11-862D-D898B323D849}"/>
          </ac:spMkLst>
        </pc:spChg>
        <pc:spChg chg="add">
          <ac:chgData name="Hawkins, Max" userId="S::mhawkins60@gatech.edu::79e73cf9-37da-4c7b-b2b1-6f5e0664dc54" providerId="AD" clId="Web-{0EC8B949-CD8F-4FF6-964C-690320CC872D}" dt="2025-10-14T14:02:20.416" v="312"/>
          <ac:spMkLst>
            <pc:docMk/>
            <pc:sldMk cId="1350919035" sldId="259"/>
            <ac:spMk id="8" creationId="{9BC53DDC-86E3-4694-3DB4-7497443DEF8A}"/>
          </ac:spMkLst>
        </pc:spChg>
        <pc:picChg chg="add mod ord">
          <ac:chgData name="Hawkins, Max" userId="S::mhawkins60@gatech.edu::79e73cf9-37da-4c7b-b2b1-6f5e0664dc54" providerId="AD" clId="Web-{0EC8B949-CD8F-4FF6-964C-690320CC872D}" dt="2025-10-14T14:02:32.666" v="313" actId="1076"/>
          <ac:picMkLst>
            <pc:docMk/>
            <pc:sldMk cId="1350919035" sldId="259"/>
            <ac:picMk id="4" creationId="{00F68746-FABE-170A-A7A3-B731AD314FAA}"/>
          </ac:picMkLst>
        </pc:picChg>
      </pc:sldChg>
      <pc:sldChg chg="addSp modSp new mod setBg">
        <pc:chgData name="Hawkins, Max" userId="S::mhawkins60@gatech.edu::79e73cf9-37da-4c7b-b2b1-6f5e0664dc54" providerId="AD" clId="Web-{0EC8B949-CD8F-4FF6-964C-690320CC872D}" dt="2025-10-14T14:07:56.123" v="450" actId="20577"/>
        <pc:sldMkLst>
          <pc:docMk/>
          <pc:sldMk cId="965840366" sldId="260"/>
        </pc:sldMkLst>
        <pc:spChg chg="mod">
          <ac:chgData name="Hawkins, Max" userId="S::mhawkins60@gatech.edu::79e73cf9-37da-4c7b-b2b1-6f5e0664dc54" providerId="AD" clId="Web-{0EC8B949-CD8F-4FF6-964C-690320CC872D}" dt="2025-10-14T14:06:19.935" v="391" actId="20577"/>
          <ac:spMkLst>
            <pc:docMk/>
            <pc:sldMk cId="965840366" sldId="260"/>
            <ac:spMk id="2" creationId="{B87BF585-5295-3C29-2834-851C7182832C}"/>
          </ac:spMkLst>
        </pc:spChg>
        <pc:spChg chg="mod">
          <ac:chgData name="Hawkins, Max" userId="S::mhawkins60@gatech.edu::79e73cf9-37da-4c7b-b2b1-6f5e0664dc54" providerId="AD" clId="Web-{0EC8B949-CD8F-4FF6-964C-690320CC872D}" dt="2025-10-14T14:07:56.123" v="450" actId="20577"/>
          <ac:spMkLst>
            <pc:docMk/>
            <pc:sldMk cId="965840366" sldId="260"/>
            <ac:spMk id="3" creationId="{7DF38298-F667-2E70-EB7D-B470295E6FD4}"/>
          </ac:spMkLst>
        </pc:spChg>
        <pc:spChg chg="add">
          <ac:chgData name="Hawkins, Max" userId="S::mhawkins60@gatech.edu::79e73cf9-37da-4c7b-b2b1-6f5e0664dc54" providerId="AD" clId="Web-{0EC8B949-CD8F-4FF6-964C-690320CC872D}" dt="2025-10-14T14:07:25.857" v="440"/>
          <ac:spMkLst>
            <pc:docMk/>
            <pc:sldMk cId="965840366" sldId="260"/>
            <ac:spMk id="6" creationId="{BFCA72D3-7833-01B0-2078-E9600A1608EA}"/>
          </ac:spMkLst>
        </pc:spChg>
        <pc:spChg chg="add">
          <ac:chgData name="Hawkins, Max" userId="S::mhawkins60@gatech.edu::79e73cf9-37da-4c7b-b2b1-6f5e0664dc54" providerId="AD" clId="Web-{0EC8B949-CD8F-4FF6-964C-690320CC872D}" dt="2025-10-14T14:06:02.122" v="386"/>
          <ac:spMkLst>
            <pc:docMk/>
            <pc:sldMk cId="965840366" sldId="260"/>
            <ac:spMk id="9" creationId="{743AA782-23D1-4521-8CAD-47662984AA08}"/>
          </ac:spMkLst>
        </pc:spChg>
        <pc:spChg chg="add">
          <ac:chgData name="Hawkins, Max" userId="S::mhawkins60@gatech.edu::79e73cf9-37da-4c7b-b2b1-6f5e0664dc54" providerId="AD" clId="Web-{0EC8B949-CD8F-4FF6-964C-690320CC872D}" dt="2025-10-14T14:06:02.122" v="386"/>
          <ac:spMkLst>
            <pc:docMk/>
            <pc:sldMk cId="965840366" sldId="260"/>
            <ac:spMk id="11" creationId="{71877DBC-BB60-40F0-AC93-2ACDBAAE60CE}"/>
          </ac:spMkLst>
        </pc:spChg>
        <pc:picChg chg="add mod">
          <ac:chgData name="Hawkins, Max" userId="S::mhawkins60@gatech.edu::79e73cf9-37da-4c7b-b2b1-6f5e0664dc54" providerId="AD" clId="Web-{0EC8B949-CD8F-4FF6-964C-690320CC872D}" dt="2025-10-14T14:06:15.169" v="390" actId="1076"/>
          <ac:picMkLst>
            <pc:docMk/>
            <pc:sldMk cId="965840366" sldId="260"/>
            <ac:picMk id="4" creationId="{1AC091F6-2FC4-4373-F072-68ED469E40B2}"/>
          </ac:picMkLst>
        </pc:picChg>
      </pc:sldChg>
      <pc:sldChg chg="addSp delSp modSp new">
        <pc:chgData name="Hawkins, Max" userId="S::mhawkins60@gatech.edu::79e73cf9-37da-4c7b-b2b1-6f5e0664dc54" providerId="AD" clId="Web-{0EC8B949-CD8F-4FF6-964C-690320CC872D}" dt="2025-10-14T14:10:56.423" v="526"/>
        <pc:sldMkLst>
          <pc:docMk/>
          <pc:sldMk cId="1497841748" sldId="261"/>
        </pc:sldMkLst>
        <pc:spChg chg="del mod">
          <ac:chgData name="Hawkins, Max" userId="S::mhawkins60@gatech.edu::79e73cf9-37da-4c7b-b2b1-6f5e0664dc54" providerId="AD" clId="Web-{0EC8B949-CD8F-4FF6-964C-690320CC872D}" dt="2025-10-14T14:10:47.782" v="523"/>
          <ac:spMkLst>
            <pc:docMk/>
            <pc:sldMk cId="1497841748" sldId="261"/>
            <ac:spMk id="2" creationId="{B736F65D-30D3-C7FB-2B52-84207D6A003D}"/>
          </ac:spMkLst>
        </pc:spChg>
        <pc:spChg chg="del">
          <ac:chgData name="Hawkins, Max" userId="S::mhawkins60@gatech.edu::79e73cf9-37da-4c7b-b2b1-6f5e0664dc54" providerId="AD" clId="Web-{0EC8B949-CD8F-4FF6-964C-690320CC872D}" dt="2025-10-14T14:10:02.109" v="500"/>
          <ac:spMkLst>
            <pc:docMk/>
            <pc:sldMk cId="1497841748" sldId="261"/>
            <ac:spMk id="3" creationId="{2CD77533-4678-053D-71A0-13A3F28A0795}"/>
          </ac:spMkLst>
        </pc:spChg>
        <pc:spChg chg="add">
          <ac:chgData name="Hawkins, Max" userId="S::mhawkins60@gatech.edu::79e73cf9-37da-4c7b-b2b1-6f5e0664dc54" providerId="AD" clId="Web-{0EC8B949-CD8F-4FF6-964C-690320CC872D}" dt="2025-10-14T14:10:19.469" v="518"/>
          <ac:spMkLst>
            <pc:docMk/>
            <pc:sldMk cId="1497841748" sldId="261"/>
            <ac:spMk id="6" creationId="{DC425802-BDC0-2EAF-B752-EA5CE4711670}"/>
          </ac:spMkLst>
        </pc:spChg>
        <pc:spChg chg="add del mod">
          <ac:chgData name="Hawkins, Max" userId="S::mhawkins60@gatech.edu::79e73cf9-37da-4c7b-b2b1-6f5e0664dc54" providerId="AD" clId="Web-{0EC8B949-CD8F-4FF6-964C-690320CC872D}" dt="2025-10-14T14:10:56.423" v="526"/>
          <ac:spMkLst>
            <pc:docMk/>
            <pc:sldMk cId="1497841748" sldId="261"/>
            <ac:spMk id="8" creationId="{5B40F99C-A714-6E16-613B-22E6D63FC42B}"/>
          </ac:spMkLst>
        </pc:spChg>
        <pc:picChg chg="add mod ord">
          <ac:chgData name="Hawkins, Max" userId="S::mhawkins60@gatech.edu::79e73cf9-37da-4c7b-b2b1-6f5e0664dc54" providerId="AD" clId="Web-{0EC8B949-CD8F-4FF6-964C-690320CC872D}" dt="2025-10-14T14:10:52.751" v="525" actId="1076"/>
          <ac:picMkLst>
            <pc:docMk/>
            <pc:sldMk cId="1497841748" sldId="261"/>
            <ac:picMk id="4" creationId="{7636C163-1C07-F568-8973-C46C7CB5BE52}"/>
          </ac:picMkLst>
        </pc:picChg>
      </pc:sldChg>
      <pc:sldChg chg="addSp delSp modSp new mod setBg">
        <pc:chgData name="Hawkins, Max" userId="S::mhawkins60@gatech.edu::79e73cf9-37da-4c7b-b2b1-6f5e0664dc54" providerId="AD" clId="Web-{0EC8B949-CD8F-4FF6-964C-690320CC872D}" dt="2025-10-14T14:21:40.350" v="707"/>
        <pc:sldMkLst>
          <pc:docMk/>
          <pc:sldMk cId="2999371685" sldId="262"/>
        </pc:sldMkLst>
        <pc:spChg chg="mod">
          <ac:chgData name="Hawkins, Max" userId="S::mhawkins60@gatech.edu::79e73cf9-37da-4c7b-b2b1-6f5e0664dc54" providerId="AD" clId="Web-{0EC8B949-CD8F-4FF6-964C-690320CC872D}" dt="2025-10-14T14:21:40.350" v="707"/>
          <ac:spMkLst>
            <pc:docMk/>
            <pc:sldMk cId="2999371685" sldId="262"/>
            <ac:spMk id="2" creationId="{45C5D3C1-2575-DBCE-27B3-C2DD15C33C57}"/>
          </ac:spMkLst>
        </pc:spChg>
        <pc:spChg chg="del">
          <ac:chgData name="Hawkins, Max" userId="S::mhawkins60@gatech.edu::79e73cf9-37da-4c7b-b2b1-6f5e0664dc54" providerId="AD" clId="Web-{0EC8B949-CD8F-4FF6-964C-690320CC872D}" dt="2025-10-14T14:11:49.424" v="527"/>
          <ac:spMkLst>
            <pc:docMk/>
            <pc:sldMk cId="2999371685" sldId="262"/>
            <ac:spMk id="3" creationId="{273D83AB-B336-C0DA-2E26-D78BC867291F}"/>
          </ac:spMkLst>
        </pc:spChg>
        <pc:spChg chg="add mod">
          <ac:chgData name="Hawkins, Max" userId="S::mhawkins60@gatech.edu::79e73cf9-37da-4c7b-b2b1-6f5e0664dc54" providerId="AD" clId="Web-{0EC8B949-CD8F-4FF6-964C-690320CC872D}" dt="2025-10-14T14:21:40.350" v="707"/>
          <ac:spMkLst>
            <pc:docMk/>
            <pc:sldMk cId="2999371685" sldId="262"/>
            <ac:spMk id="6" creationId="{5A1E3035-7C40-267E-AB9E-44D4665680DD}"/>
          </ac:spMkLst>
        </pc:spChg>
        <pc:spChg chg="add">
          <ac:chgData name="Hawkins, Max" userId="S::mhawkins60@gatech.edu::79e73cf9-37da-4c7b-b2b1-6f5e0664dc54" providerId="AD" clId="Web-{0EC8B949-CD8F-4FF6-964C-690320CC872D}" dt="2025-10-14T14:21:40.350" v="707"/>
          <ac:spMkLst>
            <pc:docMk/>
            <pc:sldMk cId="2999371685" sldId="262"/>
            <ac:spMk id="12" creationId="{C0763A76-9F1C-4FC5-82B7-DD475DA461B2}"/>
          </ac:spMkLst>
        </pc:spChg>
        <pc:spChg chg="add">
          <ac:chgData name="Hawkins, Max" userId="S::mhawkins60@gatech.edu::79e73cf9-37da-4c7b-b2b1-6f5e0664dc54" providerId="AD" clId="Web-{0EC8B949-CD8F-4FF6-964C-690320CC872D}" dt="2025-10-14T14:21:40.350" v="707"/>
          <ac:spMkLst>
            <pc:docMk/>
            <pc:sldMk cId="2999371685" sldId="262"/>
            <ac:spMk id="14" creationId="{E81BF4F6-F2CF-4984-9D14-D6966D92F99F}"/>
          </ac:spMkLst>
        </pc:spChg>
        <pc:picChg chg="add del mod ord">
          <ac:chgData name="Hawkins, Max" userId="S::mhawkins60@gatech.edu::79e73cf9-37da-4c7b-b2b1-6f5e0664dc54" providerId="AD" clId="Web-{0EC8B949-CD8F-4FF6-964C-690320CC872D}" dt="2025-10-14T14:11:53.080" v="528"/>
          <ac:picMkLst>
            <pc:docMk/>
            <pc:sldMk cId="2999371685" sldId="262"/>
            <ac:picMk id="4" creationId="{051976B0-653B-F9F3-C095-1D6083C8815F}"/>
          </ac:picMkLst>
        </pc:picChg>
        <pc:picChg chg="add del mod">
          <ac:chgData name="Hawkins, Max" userId="S::mhawkins60@gatech.edu::79e73cf9-37da-4c7b-b2b1-6f5e0664dc54" providerId="AD" clId="Web-{0EC8B949-CD8F-4FF6-964C-690320CC872D}" dt="2025-10-14T14:18:26.112" v="643"/>
          <ac:picMkLst>
            <pc:docMk/>
            <pc:sldMk cId="2999371685" sldId="262"/>
            <ac:picMk id="7" creationId="{8455793D-C0E7-13CC-238F-7974322E72D8}"/>
          </ac:picMkLst>
        </pc:picChg>
        <pc:picChg chg="add">
          <ac:chgData name="Hawkins, Max" userId="S::mhawkins60@gatech.edu::79e73cf9-37da-4c7b-b2b1-6f5e0664dc54" providerId="AD" clId="Web-{0EC8B949-CD8F-4FF6-964C-690320CC872D}" dt="2025-10-14T14:21:40.350" v="707"/>
          <ac:picMkLst>
            <pc:docMk/>
            <pc:sldMk cId="2999371685" sldId="262"/>
            <ac:picMk id="8" creationId="{838C05D7-6E4C-7B35-DC12-7B716CDEC06D}"/>
          </ac:picMkLst>
        </pc:picChg>
      </pc:sldChg>
      <pc:sldChg chg="addSp delSp modSp new ord">
        <pc:chgData name="Hawkins, Max" userId="S::mhawkins60@gatech.edu::79e73cf9-37da-4c7b-b2b1-6f5e0664dc54" providerId="AD" clId="Web-{0EC8B949-CD8F-4FF6-964C-690320CC872D}" dt="2025-10-14T14:14:02.541" v="545"/>
        <pc:sldMkLst>
          <pc:docMk/>
          <pc:sldMk cId="2169852294" sldId="263"/>
        </pc:sldMkLst>
        <pc:spChg chg="del">
          <ac:chgData name="Hawkins, Max" userId="S::mhawkins60@gatech.edu::79e73cf9-37da-4c7b-b2b1-6f5e0664dc54" providerId="AD" clId="Web-{0EC8B949-CD8F-4FF6-964C-690320CC872D}" dt="2025-10-14T14:12:00.596" v="531"/>
          <ac:spMkLst>
            <pc:docMk/>
            <pc:sldMk cId="2169852294" sldId="263"/>
            <ac:spMk id="2" creationId="{F8DF0768-98F1-D368-56DF-35ACAC0442DE}"/>
          </ac:spMkLst>
        </pc:spChg>
        <pc:spChg chg="del">
          <ac:chgData name="Hawkins, Max" userId="S::mhawkins60@gatech.edu::79e73cf9-37da-4c7b-b2b1-6f5e0664dc54" providerId="AD" clId="Web-{0EC8B949-CD8F-4FF6-964C-690320CC872D}" dt="2025-10-14T14:11:56.799" v="530"/>
          <ac:spMkLst>
            <pc:docMk/>
            <pc:sldMk cId="2169852294" sldId="263"/>
            <ac:spMk id="3" creationId="{18B65558-5569-D519-6FE1-6F0C86746B9A}"/>
          </ac:spMkLst>
        </pc:spChg>
        <pc:spChg chg="add mod">
          <ac:chgData name="Hawkins, Max" userId="S::mhawkins60@gatech.edu::79e73cf9-37da-4c7b-b2b1-6f5e0664dc54" providerId="AD" clId="Web-{0EC8B949-CD8F-4FF6-964C-690320CC872D}" dt="2025-10-14T14:13:51.603" v="544" actId="1076"/>
          <ac:spMkLst>
            <pc:docMk/>
            <pc:sldMk cId="2169852294" sldId="263"/>
            <ac:spMk id="5" creationId="{105F246E-35F6-B4BB-597C-F9644D032364}"/>
          </ac:spMkLst>
        </pc:spChg>
        <pc:picChg chg="add mod ord">
          <ac:chgData name="Hawkins, Max" userId="S::mhawkins60@gatech.edu::79e73cf9-37da-4c7b-b2b1-6f5e0664dc54" providerId="AD" clId="Web-{0EC8B949-CD8F-4FF6-964C-690320CC872D}" dt="2025-10-14T14:12:16.441" v="536" actId="14100"/>
          <ac:picMkLst>
            <pc:docMk/>
            <pc:sldMk cId="2169852294" sldId="263"/>
            <ac:picMk id="4" creationId="{9DFA3CBB-475D-A2EA-5581-6DDF25640631}"/>
          </ac:picMkLst>
        </pc:picChg>
      </pc:sldChg>
      <pc:sldChg chg="addSp delSp modSp new">
        <pc:chgData name="Hawkins, Max" userId="S::mhawkins60@gatech.edu::79e73cf9-37da-4c7b-b2b1-6f5e0664dc54" providerId="AD" clId="Web-{0EC8B949-CD8F-4FF6-964C-690320CC872D}" dt="2025-10-14T14:19:30.848" v="677" actId="20577"/>
        <pc:sldMkLst>
          <pc:docMk/>
          <pc:sldMk cId="1806774867" sldId="264"/>
        </pc:sldMkLst>
        <pc:spChg chg="mod">
          <ac:chgData name="Hawkins, Max" userId="S::mhawkins60@gatech.edu::79e73cf9-37da-4c7b-b2b1-6f5e0664dc54" providerId="AD" clId="Web-{0EC8B949-CD8F-4FF6-964C-690320CC872D}" dt="2025-10-14T14:19:30.848" v="677" actId="20577"/>
          <ac:spMkLst>
            <pc:docMk/>
            <pc:sldMk cId="1806774867" sldId="264"/>
            <ac:spMk id="2" creationId="{968D70FF-FD04-B5D4-2BD0-9AA1DFB3B945}"/>
          </ac:spMkLst>
        </pc:spChg>
        <pc:spChg chg="del">
          <ac:chgData name="Hawkins, Max" userId="S::mhawkins60@gatech.edu::79e73cf9-37da-4c7b-b2b1-6f5e0664dc54" providerId="AD" clId="Web-{0EC8B949-CD8F-4FF6-964C-690320CC872D}" dt="2025-10-14T14:18:51.410" v="662"/>
          <ac:spMkLst>
            <pc:docMk/>
            <pc:sldMk cId="1806774867" sldId="264"/>
            <ac:spMk id="3" creationId="{029409EA-21E2-7BAE-E089-73374DB653E0}"/>
          </ac:spMkLst>
        </pc:spChg>
        <pc:picChg chg="add mod ord modCrop">
          <ac:chgData name="Hawkins, Max" userId="S::mhawkins60@gatech.edu::79e73cf9-37da-4c7b-b2b1-6f5e0664dc54" providerId="AD" clId="Web-{0EC8B949-CD8F-4FF6-964C-690320CC872D}" dt="2025-10-14T14:19:23.567" v="671" actId="1076"/>
          <ac:picMkLst>
            <pc:docMk/>
            <pc:sldMk cId="1806774867" sldId="264"/>
            <ac:picMk id="4" creationId="{B7E4708C-C27D-9991-47C8-493C31AFC39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scholarship.org/uc/item/32d6m0d1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scholarship.org/uc/item/32d6m0d1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scholarship.org/uc/item/32d6m0d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scholarship.org/uc/item/32d6m0d1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86-025-08832-3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ia.gov/outlooks/aeo/electricity_generation/pdf/AEO2025_LCOE_report.pd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ia.gov/outlooks/aeo/electricity_generation/pdf/AEO2025_LCOE_report.pdf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Data Center Resource Consumption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Max Hawkins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611C-D08E-B335-0E5F-5E96E0966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Centers are Real, Physical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0913F-0F92-16D5-5589-41A765125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'Cloud' isn't abstract. Digital actions are physical processes.</a:t>
            </a:r>
          </a:p>
          <a:p>
            <a:r>
              <a:rPr lang="en-US" dirty="0"/>
              <a:t>Digital computing requires (among other things):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Energy to run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Water to cool*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Space and support infrastructure</a:t>
            </a:r>
          </a:p>
          <a:p>
            <a:r>
              <a:rPr lang="en-US" dirty="0"/>
              <a:t>The energy grid used to provide power also affects water/GHG</a:t>
            </a:r>
          </a:p>
          <a:p>
            <a:r>
              <a:rPr lang="en-US" dirty="0"/>
              <a:t>Global AI adoption is making these effects non-negligible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57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7BF585-5295-3C29-2834-851C71828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 dirty="0"/>
              <a:t>Computing and Energy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38298-F667-2E70-EB7D-B470295E6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Digital electronics rely on electrical energy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Change and maintain voltage states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AI primarily using GPUs</a:t>
            </a:r>
          </a:p>
          <a:p>
            <a:r>
              <a:rPr lang="en-US" sz="2600" dirty="0"/>
              <a:t>Inefficiencies lead to wasted energy (heat)</a:t>
            </a:r>
          </a:p>
          <a:p>
            <a:r>
              <a:rPr lang="en-US" sz="2600" dirty="0"/>
              <a:t>DC energy consumption could be ~12% of US total by 2028</a:t>
            </a:r>
          </a:p>
          <a:p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C091F6-2FC4-4373-F072-68ED469E4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954" y="1231162"/>
            <a:ext cx="6509725" cy="467641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CA72D3-7833-01B0-2078-E9600A1608EA}"/>
              </a:ext>
            </a:extLst>
          </p:cNvPr>
          <p:cNvSpPr txBox="1">
            <a:spLocks/>
          </p:cNvSpPr>
          <p:nvPr/>
        </p:nvSpPr>
        <p:spPr>
          <a:xfrm>
            <a:off x="1658815" y="6420095"/>
            <a:ext cx="10533185" cy="880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dirty="0">
                <a:ea typeface="+mj-lt"/>
                <a:cs typeface="+mj-lt"/>
                <a:hlinkClick r:id="rId3"/>
              </a:rPr>
              <a:t>Source: 2024 United States Data CenterEnergy Usage Report</a:t>
            </a:r>
            <a:endParaRPr lang="en-US" sz="180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36C163-1C07-F568-8973-C46C7CB5B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0523" y="369031"/>
            <a:ext cx="9346993" cy="5933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C425802-BDC0-2EAF-B752-EA5CE4711670}"/>
              </a:ext>
            </a:extLst>
          </p:cNvPr>
          <p:cNvSpPr txBox="1">
            <a:spLocks/>
          </p:cNvSpPr>
          <p:nvPr/>
        </p:nvSpPr>
        <p:spPr>
          <a:xfrm>
            <a:off x="1658815" y="6420095"/>
            <a:ext cx="10533185" cy="880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dirty="0">
                <a:ea typeface="+mj-lt"/>
                <a:cs typeface="+mj-lt"/>
                <a:hlinkClick r:id="rId3"/>
              </a:rPr>
              <a:t>Source: 2024 United States Data CenterEnergy Usage Report</a:t>
            </a:r>
            <a:endParaRPr lang="en-US" sz="180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84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server power&#10;&#10;AI-generated content may be incorrect.">
            <a:extLst>
              <a:ext uri="{FF2B5EF4-FFF2-40B4-BE49-F238E27FC236}">
                <a16:creationId xmlns:a16="http://schemas.microsoft.com/office/drawing/2014/main" id="{00F68746-FABE-170A-A7A3-B731AD314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6340" y="1352"/>
            <a:ext cx="9111915" cy="609395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BC53DDC-86E3-4694-3DB4-7497443DEF8A}"/>
              </a:ext>
            </a:extLst>
          </p:cNvPr>
          <p:cNvSpPr txBox="1">
            <a:spLocks/>
          </p:cNvSpPr>
          <p:nvPr/>
        </p:nvSpPr>
        <p:spPr>
          <a:xfrm>
            <a:off x="1658815" y="6420095"/>
            <a:ext cx="10533185" cy="880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dirty="0">
                <a:ea typeface="+mj-lt"/>
                <a:cs typeface="+mj-lt"/>
                <a:hlinkClick r:id="rId3"/>
              </a:rPr>
              <a:t>Source: 2024 United States Data CenterEnergy Usage Report</a:t>
            </a:r>
            <a:endParaRPr lang="en-US" sz="180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91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5D3C1-2575-DBCE-27B3-C2DD15C33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Importance of the Energy Grid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1E3035-7C40-267E-AB9E-44D466568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DCs directly use water, but also indirectly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Primarily through the energy grid that powers them</a:t>
            </a:r>
          </a:p>
          <a:p>
            <a:r>
              <a:rPr lang="en-US" sz="2000"/>
              <a:t>Thermoelectric power requires cooling (and water)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In the US, it's the largest consumer of water! (USGS – see next page)</a:t>
            </a:r>
          </a:p>
          <a:p>
            <a:r>
              <a:rPr lang="en-US" sz="2000"/>
              <a:t>Carbon footprint is heavily dependent on energy generation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8C05D7-6E4C-7B35-DC12-7B716CDEC0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99" r="32074" b="625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71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70FF-FD04-B5D4-2BD0-9AA1DFB3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USGS 2015 Water Report Visual Summary</a:t>
            </a:r>
          </a:p>
        </p:txBody>
      </p:sp>
      <p:pic>
        <p:nvPicPr>
          <p:cNvPr id="4" name="Content Placeholder 3" descr="A diagram of water supply&#10;&#10;AI-generated content may be incorrect.">
            <a:extLst>
              <a:ext uri="{FF2B5EF4-FFF2-40B4-BE49-F238E27FC236}">
                <a16:creationId xmlns:a16="http://schemas.microsoft.com/office/drawing/2014/main" id="{B7E4708C-C27D-9991-47C8-493C31AFC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397" r="-100" b="1881"/>
          <a:stretch>
            <a:fillRect/>
          </a:stretch>
        </p:blipFill>
        <p:spPr>
          <a:xfrm>
            <a:off x="2666849" y="1665166"/>
            <a:ext cx="6860093" cy="518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7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77FB-7E1E-6439-9427-25F84DD6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Water and GHG Impacts of the Energy Market</a:t>
            </a:r>
            <a:endParaRPr lang="en-US" dirty="0"/>
          </a:p>
          <a:p>
            <a:endParaRPr lang="en-US" dirty="0"/>
          </a:p>
        </p:txBody>
      </p:sp>
      <p:pic>
        <p:nvPicPr>
          <p:cNvPr id="4" name="Content Placeholder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0EAC558F-C918-A1CA-7CD3-A501B5805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3723" y="1499820"/>
            <a:ext cx="10638691" cy="386581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B5B7219-1E9C-469B-7698-A71226E14500}"/>
              </a:ext>
            </a:extLst>
          </p:cNvPr>
          <p:cNvSpPr txBox="1">
            <a:spLocks/>
          </p:cNvSpPr>
          <p:nvPr/>
        </p:nvSpPr>
        <p:spPr>
          <a:xfrm>
            <a:off x="1658815" y="6420095"/>
            <a:ext cx="10533185" cy="880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dirty="0">
                <a:ea typeface="+mj-lt"/>
                <a:cs typeface="+mj-lt"/>
                <a:hlinkClick r:id="rId3"/>
              </a:rPr>
              <a:t>Source: 2024 United States Data CenterEnergy Usage Report</a:t>
            </a:r>
            <a:endParaRPr lang="en-US" sz="180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041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progress bar&#10;&#10;AI-generated content may be incorrect.">
            <a:extLst>
              <a:ext uri="{FF2B5EF4-FFF2-40B4-BE49-F238E27FC236}">
                <a16:creationId xmlns:a16="http://schemas.microsoft.com/office/drawing/2014/main" id="{9DFA3CBB-475D-A2EA-5581-6DDF256406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418" y="309946"/>
            <a:ext cx="11556085" cy="65494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5F246E-35F6-B4BB-597C-F9644D032364}"/>
              </a:ext>
            </a:extLst>
          </p:cNvPr>
          <p:cNvSpPr txBox="1"/>
          <p:nvPr/>
        </p:nvSpPr>
        <p:spPr>
          <a:xfrm>
            <a:off x="0" y="6489032"/>
            <a:ext cx="21175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hlinkClick r:id="rId3"/>
              </a:rPr>
              <a:t>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852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A0774-C70D-892F-6A47-9B063EE5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29634-CB55-E190-F766-998878C1A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Monetary costs of running/paying for AI services matter</a:t>
            </a:r>
          </a:p>
          <a:p>
            <a:r>
              <a:rPr lang="en-US" dirty="0"/>
              <a:t>Energy prices have a large impact on AI cost</a:t>
            </a:r>
          </a:p>
          <a:p>
            <a:pPr lvl="1"/>
            <a:r>
              <a:rPr lang="en-US" dirty="0"/>
              <a:t>Ignore market capturing forces currently dominating (maybe)</a:t>
            </a:r>
          </a:p>
          <a:p>
            <a:r>
              <a:rPr lang="en-US" dirty="0"/>
              <a:t>Decreasing AI inference costs mean minimizing energy, water, and carbon costs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12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energy efficiency&#10;&#10;AI-generated content may be incorrect.">
            <a:extLst>
              <a:ext uri="{FF2B5EF4-FFF2-40B4-BE49-F238E27FC236}">
                <a16:creationId xmlns:a16="http://schemas.microsoft.com/office/drawing/2014/main" id="{9C7849CA-97C7-CF2A-D44B-A98354E11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94" y="412596"/>
            <a:ext cx="10195212" cy="566400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35C005E-B363-341F-04D7-AFA3708AD167}"/>
              </a:ext>
            </a:extLst>
          </p:cNvPr>
          <p:cNvSpPr txBox="1">
            <a:spLocks/>
          </p:cNvSpPr>
          <p:nvPr/>
        </p:nvSpPr>
        <p:spPr>
          <a:xfrm>
            <a:off x="1676400" y="59927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dirty="0"/>
              <a:t>Source: </a:t>
            </a:r>
            <a:r>
              <a:rPr lang="en-US" sz="2000" dirty="0">
                <a:hlinkClick r:id="rId3"/>
              </a:rPr>
              <a:t>U.S. Energy Information Administration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7734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hart of energy efficiency&#10;&#10;AI-generated content may be incorrect.">
            <a:extLst>
              <a:ext uri="{FF2B5EF4-FFF2-40B4-BE49-F238E27FC236}">
                <a16:creationId xmlns:a16="http://schemas.microsoft.com/office/drawing/2014/main" id="{22D1F51A-CE44-0EA5-7548-A712A07EE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315" y="365125"/>
            <a:ext cx="10024485" cy="5510536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8CE55AE-027F-8417-1DED-F17B30F8044A}"/>
              </a:ext>
            </a:extLst>
          </p:cNvPr>
          <p:cNvSpPr txBox="1">
            <a:spLocks/>
          </p:cNvSpPr>
          <p:nvPr/>
        </p:nvSpPr>
        <p:spPr>
          <a:xfrm>
            <a:off x="1676400" y="59927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dirty="0"/>
              <a:t>Source: </a:t>
            </a:r>
            <a:r>
              <a:rPr lang="en-US" sz="2000" dirty="0">
                <a:hlinkClick r:id="rId3"/>
              </a:rPr>
              <a:t>U.S. Energy Information Administration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5687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D2705-BC45-F4C7-7727-67482AFC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Renewables and Demand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BFF37-67E0-2BD4-EF26-09FBC7633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these resources are not always available, flexibility is needed</a:t>
            </a:r>
          </a:p>
          <a:p>
            <a:pPr lvl="1"/>
            <a:r>
              <a:rPr lang="en-US" dirty="0"/>
              <a:t>Lack of power due to variable generation</a:t>
            </a:r>
          </a:p>
          <a:p>
            <a:pPr lvl="1"/>
            <a:r>
              <a:rPr lang="en-US" dirty="0"/>
              <a:t>Lack of water due to drought</a:t>
            </a:r>
          </a:p>
          <a:p>
            <a:pPr lvl="1"/>
            <a:r>
              <a:rPr lang="en-US" dirty="0"/>
              <a:t>Carbon capture limitations</a:t>
            </a:r>
          </a:p>
          <a:p>
            <a:r>
              <a:rPr lang="en-US" dirty="0"/>
              <a:t>Computing demand can be easily reduced/altered</a:t>
            </a:r>
          </a:p>
          <a:p>
            <a:pPr lvl="1"/>
            <a:r>
              <a:rPr lang="en-US" dirty="0"/>
              <a:t>Emerald AI – a start-up </a:t>
            </a:r>
            <a:r>
              <a:rPr lang="en-US"/>
              <a:t>in this 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912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33CE75-65EF-11B7-A50E-D55990BB2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is the limit of resource consumption for computing use?</a:t>
            </a:r>
          </a:p>
        </p:txBody>
      </p:sp>
    </p:spTree>
    <p:extLst>
      <p:ext uri="{BB962C8B-B14F-4D97-AF65-F5344CB8AC3E}">
        <p14:creationId xmlns:p14="http://schemas.microsoft.com/office/powerpoint/2010/main" val="2211589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328</Words>
  <Application>Microsoft Macintosh PowerPoint</Application>
  <PresentationFormat>Widescreen</PresentationFormat>
  <Paragraphs>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Data Center Resource Consumption</vt:lpstr>
      <vt:lpstr>Data Centers are Real, Physical Things</vt:lpstr>
      <vt:lpstr>Computing and Energy</vt:lpstr>
      <vt:lpstr>PowerPoint Presentation</vt:lpstr>
      <vt:lpstr>PowerPoint Presentation</vt:lpstr>
      <vt:lpstr>Importance of the Energy Grid</vt:lpstr>
      <vt:lpstr>USGS 2015 Water Report Visual Summary</vt:lpstr>
      <vt:lpstr>Water and GHG Impacts of the Energy Market </vt:lpstr>
      <vt:lpstr>PowerPoint Presentation</vt:lpstr>
      <vt:lpstr>Cost?</vt:lpstr>
      <vt:lpstr>PowerPoint Presentation</vt:lpstr>
      <vt:lpstr>PowerPoint Presentation</vt:lpstr>
      <vt:lpstr>Renewables and Demand Flexibility</vt:lpstr>
      <vt:lpstr>What is the limit of resource consumption for computing use?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Max Hawkins</cp:lastModifiedBy>
  <cp:revision>141</cp:revision>
  <dcterms:created xsi:type="dcterms:W3CDTF">2025-10-14T13:49:13Z</dcterms:created>
  <dcterms:modified xsi:type="dcterms:W3CDTF">2025-10-14T14:39:35Z</dcterms:modified>
</cp:coreProperties>
</file>